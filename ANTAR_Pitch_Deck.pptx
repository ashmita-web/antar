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7B93F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3474720"/>
            <a:ext cx="2011680" cy="2011680"/>
          </a:xfrm>
          <a:prstGeom prst="ellipse">
            <a:avLst/>
          </a:prstGeom>
          <a:solidFill>
            <a:srgbClr val="7B93FA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7315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DIGITAL PUBLIC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GOVERNANCE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voice meets data-driven policy.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Public Good powered by Google Gemini.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5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AI: Code for Communities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ALGOCODERS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457200"/>
            <a:ext cx="19202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GOVERNANCE FEEDBACK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IS BROKEN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feedback lives in fragmented,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across 543 constituencies.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requests never reach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policymaker at the right time.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way to prioritize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public money should go.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 languages create barriers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inclusive civic participation.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0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is digital, but the people waiting for change are real.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365760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349240" y="502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CONSTITUENCIES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feedback systems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unified data layer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0" y="1920240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34924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22+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inclusive voice channel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non-English speakers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3474720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4924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SPEND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spending decisions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without demand data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EVERY CITIZEN'S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SHAPED POLICY?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ANTAR — two interfaces connected by one AI engine.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3840480" cy="3017520"/>
          </a:xfrm>
          <a:prstGeom prst="roundRect">
            <a:avLst>
              <a:gd name="adj" fmla="val 181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AWAAZ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report infrastructure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via voice or text in their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language.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is tagged with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tracked to resolution.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965960"/>
            <a:ext cx="1234440" cy="23042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51960" y="2880360"/>
            <a:ext cx="640080" cy="6400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5196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737360"/>
            <a:ext cx="3840480" cy="3017520"/>
          </a:xfrm>
          <a:prstGeom prst="roundRect">
            <a:avLst>
              <a:gd name="adj" fmla="val 181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66360" y="1874520"/>
            <a:ext cx="365760" cy="365760"/>
          </a:xfrm>
          <a:prstGeom prst="ellipse">
            <a:avLst/>
          </a:prstGeom>
          <a:solidFill>
            <a:srgbClr val="3451D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6235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 CONSOLE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166360" y="22860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 see constituency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— gap maps, scatter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plots, budget simulations,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AI recommendations.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PDF briefs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ministry meetings.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65960"/>
            <a:ext cx="123444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AWAAZ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REPORT. TRACK. BE HEARD.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92608" cy="292608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325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Text Reporting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819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describe issues in their native language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voice recording or text — no English required.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1671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Categorization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23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auto-classified into Roads, Water, Sanitation,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Electricity, Health, School, and more using Gemini AI.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292608" cy="292608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0083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Tagging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264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is pinned to an exact location on Google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— enabling geographic analysis at scale.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292608" cy="29260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8496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10565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track their issue from submission through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— closing the accountability loop.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Languages: English  Hindi  Bengali  Tamil  Portuguese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20040"/>
            <a:ext cx="1508760" cy="2816352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1508760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 CONSOLE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GOVERNANCE AT YOUR FINGERTIPS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274320" cy="27432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MAP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heatmap overlaying citizen demand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with existing infrastructure coverage.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underserved villages where investment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most needed — powered by Google Maps.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154680"/>
            <a:ext cx="274320" cy="27432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QUADRANT ANALYSIS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74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Scatter-plot analytics plotting infrastructure gap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citizen demand across every village. Helps MPs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prioritize: high-gap + high-demand issues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immediate action.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548640"/>
            <a:ext cx="1691640" cy="315468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16916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SIMULATE. RECOMMEND. ACT.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74320" cy="27432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 DEEP-DIVE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village on the map to see infrastructure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(roads, water, toilets, electricity, internet),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by sector, and AI-generated insights.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651760"/>
            <a:ext cx="274320" cy="2743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analyzes aggregated citizen requests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demographic and infrastructure data to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prioritized project suggestions matched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government schemes (PMGSY, Jal Jeevan, KUSUM).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406908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gap score reduction over time, people reached,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investment needed — with before/after projections.</a:t>
            </a:r>
            <a:endParaRPr lang="en-US" sz="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548640"/>
            <a:ext cx="1691640" cy="315468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16916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GOOGLE AI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Google AI integration across the entire platform.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20040" cy="32004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engine. Analyzes aggregated citizen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grievances against national demographic and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data. Generates prioritized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 and project rankings.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1732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5780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SPEECH-TO-TEXT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voice-based issue reporting in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Indian languages. Citizens speak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— AI transcribes, classifies, and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their feedback automatically.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PLATFORM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749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tagging for every citizen report.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Gap Map visualization — geographic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revealing infrastructure coverage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across constituencies.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15468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337560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780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API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749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multilingual support across India's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regions. Hindi, Bengali, Tamil,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Portuguese — with architecture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all 22 scheduled languages.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6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7B93FA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7B93FA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INDIA,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Digital Public Good — open, scalable, deployable.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543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 Sabha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28+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Coverage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1.4B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in demo mode — Firebase-ready for production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3749040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ward to national deployment — same architecture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251960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to all 22 scheduled Indian languages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4251960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auditable, government-ready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stack built for performance, scale, and accessibility.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(Dart)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single codebase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417320"/>
            <a:ext cx="274320" cy="2743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17520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GenAI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text 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417320"/>
            <a:ext cx="274320" cy="27432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66360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Platform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tagging &amp;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gap-map visualization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28016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1417320"/>
            <a:ext cx="274320" cy="27432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0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Firestore, Storage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291840"/>
            <a:ext cx="274320" cy="274320"/>
          </a:xfrm>
          <a:prstGeom prst="ellipse">
            <a:avLst/>
          </a:prstGeom>
          <a:solidFill>
            <a:srgbClr val="7B93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+ TTS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 input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audio feedback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315468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51760" y="3291840"/>
            <a:ext cx="274320" cy="27432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01752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65176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Chart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65176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scatter plots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budget visualizations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15468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291840"/>
            <a:ext cx="274320" cy="2743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16636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state management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 generation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2280" y="315468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49440" y="32918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520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GoRouter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navigation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deep linking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7B93FA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ACTION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20040" cy="32004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minute end-to-end walkthrough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https://drive.google.com/file/d/1fA5JOmdmvQpxJPvYE9XSki9bhGm58L5e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971800"/>
            <a:ext cx="320040" cy="32004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GitHub repository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https://github.com/ashmita-web/antar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ALGOCODERS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AI: Code for Communities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Edition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274320"/>
            <a:ext cx="1554480" cy="289864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1554480" cy="28986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ANTAR — AI for Digital Public Infrastructure &amp; Governance</dc:title>
  <dc:subject>PptxGenJS Presentation</dc:subject>
  <dc:creator>AlgoCoders</dc:creator>
  <cp:lastModifiedBy>AlgoCoders</cp:lastModifiedBy>
  <cp:revision>1</cp:revision>
  <dcterms:created xsi:type="dcterms:W3CDTF">2026-10-01T16:13:11Z</dcterms:created>
  <dcterms:modified xsi:type="dcterms:W3CDTF">2026-10-01T16:13:11Z</dcterms:modified>
</cp:coreProperties>
</file>